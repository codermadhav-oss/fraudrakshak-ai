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43000"/>
            <a:ext cx="7315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FraudRakshak AI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7772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digital arrest scams before money moves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989320"/>
            <a:ext cx="9601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6: AI for Digital Public Safety | Citizen + Bank + Telecom + Police intelligence layer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95360" y="123444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102A46"/>
          </a:solidFill>
          <a:ln w="12700">
            <a:solidFill>
              <a:srgbClr val="335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15400" y="1828800"/>
            <a:ext cx="21031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graph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pack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732520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C6D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prevention, not post-mortem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2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FraudRakshak AI | ET AI Hackathon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fraud has a prevention window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789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arrest scams exploit fear, isolation and payment pressure. Today, the system reacts after money is gone.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FFF2CC"/>
          </a:solidFill>
          <a:ln w="12700">
            <a:solidFill>
              <a:srgbClr val="D8A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09160" y="146304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46304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D5F5E3"/>
          </a:solidFill>
          <a:ln w="12700">
            <a:solidFill>
              <a:srgbClr val="1680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828800"/>
            <a:ext cx="9144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call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2194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Impersonation + arrest threat + isolation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532120" y="1828800"/>
            <a:ext cx="10972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pressure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74920" y="297180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Victim transfers before verifying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0" y="1828800"/>
            <a:ext cx="1005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8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68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later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0" y="297180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exists but response is late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566160" y="3017520"/>
            <a:ext cx="1005840" cy="0"/>
          </a:xfrm>
          <a:prstGeom prst="line">
            <a:avLst/>
          </a:prstGeom>
          <a:noFill/>
          <a:ln w="12700">
            <a:solidFill>
              <a:srgbClr val="7A8EA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43800" y="3017520"/>
            <a:ext cx="1005840" cy="0"/>
          </a:xfrm>
          <a:prstGeom prst="line">
            <a:avLst/>
          </a:prstGeom>
          <a:noFill/>
          <a:ln w="12700">
            <a:solidFill>
              <a:srgbClr val="7A8EA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200400" y="5486400"/>
            <a:ext cx="59436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FraudRakshak acts at step 1, not step 3.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2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FraudRakshak AI | ET AI Hackathon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one intelligence layer across four stakeholders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789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warning, bank hold, telecom flag and police intelligence use the same risk signal.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2148840" cy="822960"/>
          </a:xfrm>
          <a:prstGeom prst="roundRect">
            <a:avLst>
              <a:gd name="adj" fmla="val 11111"/>
            </a:avLst>
          </a:prstGeom>
          <a:solidFill>
            <a:srgbClr val="D6EA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1783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0" y="1325880"/>
            <a:ext cx="2148840" cy="822960"/>
          </a:xfrm>
          <a:prstGeom prst="roundRect">
            <a:avLst>
              <a:gd name="adj" fmla="val 11111"/>
            </a:avLst>
          </a:prstGeom>
          <a:solidFill>
            <a:srgbClr val="D5F5E3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600200"/>
            <a:ext cx="1783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2148840" cy="822960"/>
          </a:xfrm>
          <a:prstGeom prst="roundRect">
            <a:avLst>
              <a:gd name="adj" fmla="val 11111"/>
            </a:avLst>
          </a:prstGeom>
          <a:solidFill>
            <a:srgbClr val="FDEBD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600200"/>
            <a:ext cx="1783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052560" y="1325880"/>
            <a:ext cx="2148840" cy="822960"/>
          </a:xfrm>
          <a:prstGeom prst="roundRect">
            <a:avLst>
              <a:gd name="adj" fmla="val 11111"/>
            </a:avLst>
          </a:prstGeom>
          <a:solidFill>
            <a:srgbClr val="E8DAE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0" y="1600200"/>
            <a:ext cx="1783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77440" y="2743200"/>
            <a:ext cx="7406640" cy="1005840"/>
          </a:xfrm>
          <a:prstGeom prst="roundRect">
            <a:avLst>
              <a:gd name="adj" fmla="val 9091"/>
            </a:avLst>
          </a:prstGeom>
          <a:solidFill>
            <a:srgbClr val="FFF2CC"/>
          </a:solidFill>
          <a:ln w="12700">
            <a:solidFill>
              <a:srgbClr val="D8A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2907792"/>
            <a:ext cx="66751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Scam Risk Engine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 + metadata + payment request + graph entities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60120" y="4709160"/>
            <a:ext cx="2148840" cy="685800"/>
          </a:xfrm>
          <a:prstGeom prst="roundRect">
            <a:avLst>
              <a:gd name="adj" fmla="val 13333"/>
            </a:avLst>
          </a:prstGeom>
          <a:solidFill>
            <a:srgbClr val="F7FA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956048"/>
            <a:ext cx="1874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80760" y="3794760"/>
            <a:ext cx="-4069080" cy="868680"/>
          </a:xfrm>
          <a:prstGeom prst="line">
            <a:avLst/>
          </a:prstGeom>
          <a:noFill/>
          <a:ln w="12700">
            <a:solidFill>
              <a:srgbClr val="7A8EA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03320" y="4709160"/>
            <a:ext cx="2148840" cy="685800"/>
          </a:xfrm>
          <a:prstGeom prst="roundRect">
            <a:avLst>
              <a:gd name="adj" fmla="val 13333"/>
            </a:avLst>
          </a:prstGeom>
          <a:solidFill>
            <a:srgbClr val="F7FA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4956048"/>
            <a:ext cx="1874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80760" y="3794760"/>
            <a:ext cx="-1325880" cy="868680"/>
          </a:xfrm>
          <a:prstGeom prst="line">
            <a:avLst/>
          </a:prstGeom>
          <a:noFill/>
          <a:ln w="12700">
            <a:solidFill>
              <a:srgbClr val="7A8EA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46520" y="4709160"/>
            <a:ext cx="2148840" cy="685800"/>
          </a:xfrm>
          <a:prstGeom prst="roundRect">
            <a:avLst>
              <a:gd name="adj" fmla="val 13333"/>
            </a:avLst>
          </a:prstGeom>
          <a:solidFill>
            <a:srgbClr val="F7FA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956048"/>
            <a:ext cx="1874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Advice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80760" y="3794760"/>
            <a:ext cx="1417320" cy="868680"/>
          </a:xfrm>
          <a:prstGeom prst="line">
            <a:avLst/>
          </a:prstGeom>
          <a:noFill/>
          <a:ln w="12700">
            <a:solidFill>
              <a:srgbClr val="7A8EA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89720" y="4709160"/>
            <a:ext cx="2148840" cy="685800"/>
          </a:xfrm>
          <a:prstGeom prst="roundRect">
            <a:avLst>
              <a:gd name="adj" fmla="val 13333"/>
            </a:avLst>
          </a:prstGeom>
          <a:solidFill>
            <a:srgbClr val="F7FA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0" y="4956048"/>
            <a:ext cx="1874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Pack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080760" y="3794760"/>
            <a:ext cx="4160520" cy="868680"/>
          </a:xfrm>
          <a:prstGeom prst="line">
            <a:avLst/>
          </a:prstGeom>
          <a:noFill/>
          <a:ln w="12700">
            <a:solidFill>
              <a:srgbClr val="7A8EA1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2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FraudRakshak AI | ET AI Hackathon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built for judging criteria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789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technical excellence without becoming too heavy for a hackathon prototype.</a:t>
            </a:r>
            <a:endParaRPr lang="en-US" sz="1050" dirty="0"/>
          </a:p>
        </p:txBody>
      </p:sp>
      <p:pic>
        <p:nvPicPr>
          <p:cNvPr id="4" name="Image 0" descr="/mnt/data/FraudRakshak_AI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1097280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2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FraudRakshak AI | ET AI Hackathon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story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789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judge should understand the product in the first 60 seconds.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1463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Paste transcript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call/chat 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2834640"/>
            <a:ext cx="274320" cy="0"/>
          </a:xfrm>
          <a:prstGeom prst="line">
            <a:avLst/>
          </a:prstGeom>
          <a:noFill/>
          <a:ln w="12700">
            <a:solidFill>
              <a:srgbClr val="7A8EA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80360" y="182880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FFF2C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2148840"/>
            <a:ext cx="1463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Analyse risk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63240" y="297180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+ exact red flags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834640"/>
            <a:ext cx="274320" cy="0"/>
          </a:xfrm>
          <a:prstGeom prst="line">
            <a:avLst/>
          </a:prstGeom>
          <a:noFill/>
          <a:ln w="12700">
            <a:solidFill>
              <a:srgbClr val="7A8EA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20640" y="182880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D5F5E3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2148840"/>
            <a:ext cx="1463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Safety action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0" y="297180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Disconnect, do not pay, call 1930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160" y="2834640"/>
            <a:ext cx="274320" cy="0"/>
          </a:xfrm>
          <a:prstGeom prst="line">
            <a:avLst/>
          </a:prstGeom>
          <a:noFill/>
          <a:ln w="12700">
            <a:solidFill>
              <a:srgbClr val="7A8EA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60920" y="182880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FADBD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2148840"/>
            <a:ext cx="1463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Graph cluster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43800" y="297180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- UPI - mule account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35440" y="2834640"/>
            <a:ext cx="274320" cy="0"/>
          </a:xfrm>
          <a:prstGeom prst="line">
            <a:avLst/>
          </a:prstGeom>
          <a:noFill/>
          <a:ln w="12700">
            <a:solidFill>
              <a:srgbClr val="7A8EA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182880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E8DAE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0" y="2148840"/>
            <a:ext cx="1463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Evidence pack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84080" y="297180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summary for police/bank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5257800"/>
            <a:ext cx="101498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line: “We are not warning one victim. We are detecting the campaign behind the victim.”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2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FraudRakshak AI | ET AI Hackathon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 we will show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789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maps to precision, recall, false positives, lead time and auditability.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554480" y="128016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1F3A5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37360" y="1435608"/>
            <a:ext cx="3749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0" y="128016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1F3A5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0" y="1435608"/>
            <a:ext cx="3749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target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554480" y="196596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F7FA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2121408"/>
            <a:ext cx="3749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196596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F7FA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121408"/>
            <a:ext cx="3749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&gt;= 95% on seeded examples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54480" y="265176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F7FA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807208"/>
            <a:ext cx="3749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52160" y="265176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F7FA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807208"/>
            <a:ext cx="3749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&lt;= 3% for citizen alerts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54480" y="333756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F7FA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3493008"/>
            <a:ext cx="3749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52160" y="333756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F7FA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3493008"/>
            <a:ext cx="3749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 seconds to advice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554480" y="402336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F7FA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4178808"/>
            <a:ext cx="3749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52160" y="402336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F7FA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4178808"/>
            <a:ext cx="3749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victim transfer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554480" y="470916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F7FA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37360" y="4864608"/>
            <a:ext cx="3749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Auditability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52160" y="470916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F7FA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4864608"/>
            <a:ext cx="3749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 evidence packet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5715000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focus: low false positives + actionability. A fraud product is trusted only when it is precise.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2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FraudRakshak AI | ET AI Hackathon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and business impact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789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plug into existing channels instead of forcing users into a new habit.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4572000" cy="1234440"/>
          </a:xfrm>
          <a:prstGeom prst="roundRect">
            <a:avLst>
              <a:gd name="adj" fmla="val 7407"/>
            </a:avLst>
          </a:prstGeom>
          <a:solidFill>
            <a:srgbClr val="D6EA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737360"/>
            <a:ext cx="1554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WhatsApp, IVR, app, web, bank 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4572000" cy="1234440"/>
          </a:xfrm>
          <a:prstGeom prst="roundRect">
            <a:avLst>
              <a:gd name="adj" fmla="val 7407"/>
            </a:avLst>
          </a:prstGeom>
          <a:solidFill>
            <a:srgbClr val="D5F5E3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737360"/>
            <a:ext cx="1554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Banks, telecoms, cyber cells, state police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383280"/>
            <a:ext cx="4572000" cy="1234440"/>
          </a:xfrm>
          <a:prstGeom prst="roundRect">
            <a:avLst>
              <a:gd name="adj" fmla="val 7407"/>
            </a:avLst>
          </a:prstGeom>
          <a:solidFill>
            <a:srgbClr val="FFF2C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657600"/>
            <a:ext cx="1554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moat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scripts, entity graph, verified complaints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383280"/>
            <a:ext cx="4572000" cy="1234440"/>
          </a:xfrm>
          <a:prstGeom prst="roundRect">
            <a:avLst>
              <a:gd name="adj" fmla="val 7407"/>
            </a:avLst>
          </a:prstGeom>
          <a:solidFill>
            <a:srgbClr val="FADBD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657600"/>
            <a:ext cx="1554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95528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Prevented loss, faster investigation, campaign shutdown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5715000"/>
            <a:ext cx="98755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 = real-time prevention loop + fraud graph + legal evidence workflow.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2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FraudRakshak AI | ET AI Hackathon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45720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ask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9875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FraudRakshak AI because it is emotional, demoable, technically credible and built around measurable public impact.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102A46"/>
          </a:solidFill>
          <a:ln w="12700">
            <a:solidFill>
              <a:srgbClr val="335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ready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480560" y="288036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102A46"/>
          </a:solidFill>
          <a:ln w="12700">
            <a:solidFill>
              <a:srgbClr val="335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Judges-ready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+ metrics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138160" y="288036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102A46"/>
          </a:solidFill>
          <a:ln w="12700">
            <a:solidFill>
              <a:srgbClr val="335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58200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to command centre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5897880"/>
            <a:ext cx="96926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close: “FraudRakshak turns a suspicious call into a prevented crime.”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2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FraudRakshak AI | ET AI Hackathon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Hackathon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FraudRakshak AI Pitch Deck</dc:title>
  <dc:subject>ET AI Hackathon 2026</dc:subject>
  <dc:creator>FraudRakshak AI Team</dc:creator>
  <cp:lastModifiedBy>FraudRakshak AI Team</cp:lastModifiedBy>
  <cp:revision>1</cp:revision>
  <dcterms:created xsi:type="dcterms:W3CDTF">2026-06-23T03:17:04Z</dcterms:created>
  <dcterms:modified xsi:type="dcterms:W3CDTF">2026-06-23T03:17:04Z</dcterms:modified>
</cp:coreProperties>
</file>